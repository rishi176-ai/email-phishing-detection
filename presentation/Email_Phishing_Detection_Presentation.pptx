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d19dae6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d19dae6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d19dae6b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d19dae6b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d19dae6b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d19dae6b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d19dae6b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d19dae6b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d19dae6b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d19dae6b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d19dae6b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d19dae6b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d19dae6b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d19dae6b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d19dae6b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d19dae6b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d19dae6b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d19dae6b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d19dae6b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d19dae6b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d19dae6b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d19dae6b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d19dae6bc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d19dae6bc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d19dae6bc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d19dae6bc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53008" y="2866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latin typeface="Times New Roman"/>
                <a:ea typeface="Times New Roman"/>
                <a:cs typeface="Times New Roman"/>
                <a:sym typeface="Times New Roman"/>
              </a:rPr>
              <a:t>Email Phishing Detection Using Machine Learning</a:t>
            </a:r>
            <a:endParaRPr sz="5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53125" y="2904600"/>
            <a:ext cx="8520600" cy="16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</a:t>
            </a:r>
            <a:r>
              <a:rPr lang="en-GB" sz="2496">
                <a:latin typeface="Times New Roman"/>
                <a:ea typeface="Times New Roman"/>
                <a:cs typeface="Times New Roman"/>
                <a:sym typeface="Times New Roman"/>
              </a:rPr>
              <a:t>Presented by: Sachi Rane(200) &amp; Yash Dhumali(163)</a:t>
            </a:r>
            <a:endParaRPr sz="249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96">
                <a:latin typeface="Times New Roman"/>
                <a:ea typeface="Times New Roman"/>
                <a:cs typeface="Times New Roman"/>
                <a:sym typeface="Times New Roman"/>
              </a:rPr>
              <a:t>           Course:BSc IT</a:t>
            </a:r>
            <a:endParaRPr sz="249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96">
                <a:latin typeface="Times New Roman"/>
                <a:ea typeface="Times New Roman"/>
                <a:cs typeface="Times New Roman"/>
                <a:sym typeface="Times New Roman"/>
              </a:rPr>
              <a:t>           Academic Year:2025-26</a:t>
            </a:r>
            <a:endParaRPr sz="249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791500"/>
            <a:ext cx="8520600" cy="7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❖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253000" y="1449200"/>
            <a:ext cx="8520600" cy="23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●"/>
            </a:pPr>
            <a:r>
              <a:rPr lang="en-GB" sz="2700">
                <a:latin typeface="Times New Roman"/>
                <a:ea typeface="Times New Roman"/>
                <a:cs typeface="Times New Roman"/>
                <a:sym typeface="Times New Roman"/>
              </a:rPr>
              <a:t>Email phishing is a major cybersecurity threat.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●"/>
            </a:pPr>
            <a:r>
              <a:rPr lang="en-GB" sz="2700">
                <a:latin typeface="Times New Roman"/>
                <a:ea typeface="Times New Roman"/>
                <a:cs typeface="Times New Roman"/>
                <a:sym typeface="Times New Roman"/>
              </a:rPr>
              <a:t>Attackers trick users into revealing sensitive information.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●"/>
            </a:pPr>
            <a:r>
              <a:rPr lang="en-GB" sz="2700">
                <a:latin typeface="Times New Roman"/>
                <a:ea typeface="Times New Roman"/>
                <a:cs typeface="Times New Roman"/>
                <a:sym typeface="Times New Roman"/>
              </a:rPr>
              <a:t>Manual detection is difficult and time-consuming.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●"/>
            </a:pPr>
            <a:r>
              <a:rPr lang="en-GB" sz="2700">
                <a:latin typeface="Times New Roman"/>
                <a:ea typeface="Times New Roman"/>
                <a:cs typeface="Times New Roman"/>
                <a:sym typeface="Times New Roman"/>
              </a:rPr>
              <a:t>Machine Learning helps automate phishing detection.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879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❖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531300"/>
            <a:ext cx="8520600" cy="30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Increase in phishing attacks via emails.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Users find it hard to identify fake emails.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Traditional security methods are not always effective.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Char char="●"/>
            </a:pP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Need for an automated phishing detection system.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❖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GB" sz="2500"/>
              <a:t>To detect phishing emails automatically.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GB" sz="2500"/>
              <a:t>To classify emails as Phishing or Legitimate.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GB" sz="2500"/>
              <a:t>To use machine learning for accurate prediction.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GB" sz="2500"/>
              <a:t>To provide a simple command-line interface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❖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DATASET DESCRIPTION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Dataset name: emails.csv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Contains phishing and legitimate emails.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Stored in the dataset folder.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Used for training and testing the model.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21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❖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TECHNOLOGIES USED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Programming Language: Python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Libraries: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Pandas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NumPy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Scikit-learn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Concepts: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Machine Learning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Natural Language Processing (NLP)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❖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nput Email Text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Text Preprocessing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Feature Extraction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Machine Learning Model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Prediction Output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21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❖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WORKING OF THE SYSTEM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Dataset is loaded and cleaned.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Text is converted into numerical features.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Machine learning model is trained.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User enters an email.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System predicts phishing or safe email.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en-GB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MODULES USED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preprocess.py – cleans email text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model.py – handles model training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phishing_detection.py – main execution file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147300" y="92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❖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OUTPUT SCREENSHOTS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47300" y="1032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Model trained successfully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User enters email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Prediction result shown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22"/>
          <p:cNvPicPr preferRelativeResize="0"/>
          <p:nvPr/>
        </p:nvPicPr>
        <p:blipFill rotWithShape="1">
          <a:blip r:embed="rId3">
            <a:alphaModFix/>
          </a:blip>
          <a:srcRect b="11598" l="0" r="25104" t="79025"/>
          <a:stretch/>
        </p:blipFill>
        <p:spPr>
          <a:xfrm>
            <a:off x="388450" y="2571750"/>
            <a:ext cx="4424702" cy="652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2"/>
          <p:cNvPicPr preferRelativeResize="0"/>
          <p:nvPr/>
        </p:nvPicPr>
        <p:blipFill rotWithShape="1">
          <a:blip r:embed="rId4">
            <a:alphaModFix/>
          </a:blip>
          <a:srcRect b="38472" l="0" r="24408" t="52854"/>
          <a:stretch/>
        </p:blipFill>
        <p:spPr>
          <a:xfrm>
            <a:off x="204000" y="3429000"/>
            <a:ext cx="6912024" cy="154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❖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Fast and automated detection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Reduces risk of cyber fraud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Easy to use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Improves email security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❖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11407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Accuracy depends on dataset quality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Cannot detect completely new phishing patterns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Command-line based interface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❖"/>
            </a:pPr>
            <a:r>
              <a:rPr lang="en-GB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Web-based application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Real-time email scanning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Deep learning integration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Browser or email client extension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❖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1700" y="1117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Email phishing is a serious security threat.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Machine learning helps detect phishing effectively.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The system successfully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classified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emails.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Project achieves its objectives.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